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1/20/2023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1/20/2023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1/20/2023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1/20/2023</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1/20/2023</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1/20/2023</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1/20/2023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1/20/2023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1/20/2023</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1/20/2023</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1/20/2023</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Semester Project </a:t>
            </a:r>
            <a:br>
              <a:rPr lang="en-US" dirty="0" smtClean="0"/>
            </a:br>
            <a:r>
              <a:rPr lang="en-US" dirty="0"/>
              <a:t>INDUSTRIAL NETWORK</a:t>
            </a:r>
            <a:br>
              <a:rPr lang="en-US" dirty="0"/>
            </a:br>
            <a:endParaRPr lang="en-US" dirty="0"/>
          </a:p>
        </p:txBody>
      </p:sp>
      <p:sp>
        <p:nvSpPr>
          <p:cNvPr id="3" name="Subtitle 2"/>
          <p:cNvSpPr>
            <a:spLocks noGrp="1"/>
          </p:cNvSpPr>
          <p:nvPr>
            <p:ph type="subTitle" idx="1"/>
          </p:nvPr>
        </p:nvSpPr>
        <p:spPr/>
        <p:txBody>
          <a:bodyPr/>
          <a:lstStyle/>
          <a:p>
            <a:r>
              <a:rPr lang="en-US" dirty="0" smtClean="0"/>
              <a:t>Computer </a:t>
            </a:r>
            <a:r>
              <a:rPr lang="en-US" dirty="0" err="1" smtClean="0"/>
              <a:t>NetworK</a:t>
            </a:r>
            <a:endParaRPr lang="en-US" dirty="0" smtClean="0"/>
          </a:p>
          <a:p>
            <a:r>
              <a:rPr lang="en-US" dirty="0" smtClean="0"/>
              <a:t>Sher Ali 25112</a:t>
            </a:r>
            <a:endParaRPr lang="en-US" dirty="0"/>
          </a:p>
        </p:txBody>
      </p:sp>
    </p:spTree>
    <p:extLst>
      <p:ext uri="{BB962C8B-B14F-4D97-AF65-F5344CB8AC3E}">
        <p14:creationId xmlns:p14="http://schemas.microsoft.com/office/powerpoint/2010/main" val="4184728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Introduction</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In today's fast-paced business environment, having a reliable and efficient network is crucial for any industry. A network allows for seamless communication and collaboration among different departments, improves productivity and efficiency, and allows for better data management and security. In this industry computer network on Cisco Packet Tracer, we will be simulating a network that connects four departments: manufacturing, supply chain, IT and Human Resources. The network will be designed using Cisco routers and switches, ensuring the security and scalability of the network. This simulation will demonstrate the importance and benefits of having a well-designed and implemented network in an industry setting.</a:t>
            </a:r>
          </a:p>
          <a:p>
            <a:endParaRPr lang="en-US" dirty="0"/>
          </a:p>
        </p:txBody>
      </p:sp>
    </p:spTree>
    <p:extLst>
      <p:ext uri="{BB962C8B-B14F-4D97-AF65-F5344CB8AC3E}">
        <p14:creationId xmlns:p14="http://schemas.microsoft.com/office/powerpoint/2010/main" val="1144710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Objective</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The objectives of this industry computer network on Cisco Packet Tracer are as follows:</a:t>
            </a:r>
          </a:p>
          <a:p>
            <a:r>
              <a:rPr lang="en-US" dirty="0"/>
              <a:t> </a:t>
            </a:r>
          </a:p>
          <a:p>
            <a:r>
              <a:rPr lang="en-US" dirty="0"/>
              <a:t>To connect the four departments (manufacturing, supply chain, IT and Human Resources) within the industry and facilitate communication and collaboration among </a:t>
            </a:r>
            <a:r>
              <a:rPr lang="en-US" dirty="0" err="1"/>
              <a:t>them.To</a:t>
            </a:r>
            <a:r>
              <a:rPr lang="en-US" dirty="0"/>
              <a:t> improve the efficiency and productivity of the network by implementing Quality of Service (</a:t>
            </a:r>
            <a:r>
              <a:rPr lang="en-US" dirty="0" err="1"/>
              <a:t>QoS</a:t>
            </a:r>
            <a:r>
              <a:rPr lang="en-US" dirty="0"/>
              <a:t>) and load balancing </a:t>
            </a:r>
            <a:r>
              <a:rPr lang="en-US" dirty="0" err="1"/>
              <a:t>techniques.To</a:t>
            </a:r>
            <a:r>
              <a:rPr lang="en-US" dirty="0"/>
              <a:t> provide remote access to the network for employees working remotely or from different </a:t>
            </a:r>
            <a:r>
              <a:rPr lang="en-US" dirty="0" err="1"/>
              <a:t>locations.To</a:t>
            </a:r>
            <a:r>
              <a:rPr lang="en-US" dirty="0"/>
              <a:t> simulate and test the network in a controlled environment before deploying it in a real-world </a:t>
            </a:r>
            <a:r>
              <a:rPr lang="en-US" dirty="0" err="1"/>
              <a:t>setting.To</a:t>
            </a:r>
            <a:r>
              <a:rPr lang="en-US" dirty="0"/>
              <a:t> demonstrate the importance and benefits of having a well-designed and implemented network in an industry setting.</a:t>
            </a:r>
          </a:p>
          <a:p>
            <a:endParaRPr lang="en-US" dirty="0"/>
          </a:p>
        </p:txBody>
      </p:sp>
    </p:spTree>
    <p:extLst>
      <p:ext uri="{BB962C8B-B14F-4D97-AF65-F5344CB8AC3E}">
        <p14:creationId xmlns:p14="http://schemas.microsoft.com/office/powerpoint/2010/main" val="3923162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Problem Description</a:t>
            </a:r>
            <a:endParaRPr lang="en-US" dirty="0"/>
          </a:p>
        </p:txBody>
      </p:sp>
      <p:sp>
        <p:nvSpPr>
          <p:cNvPr id="3" name="Content Placeholder 2"/>
          <p:cNvSpPr>
            <a:spLocks noGrp="1"/>
          </p:cNvSpPr>
          <p:nvPr>
            <p:ph idx="1"/>
          </p:nvPr>
        </p:nvSpPr>
        <p:spPr/>
        <p:txBody>
          <a:bodyPr>
            <a:normAutofit lnSpcReduction="10000"/>
          </a:bodyPr>
          <a:lstStyle/>
          <a:p>
            <a:r>
              <a:rPr lang="en-US" dirty="0"/>
              <a:t>The company is facing several challenges with their current network infrastructure. The different departments are not connected effectively and have limited communication and collaboration among them. This is leading to delays and inefficiencies in the work process. Additionally, the current network lacks proper security measures, leaving it vulnerable to cyber threats. Remote access to the network is also an issue for employees working remotely or from different locations. The company is also facing challenges with managing the network's performance and scalability. This is impacting their ability to keep up with the growing demands of their customers and the industry. The company is now looking for a solution to improve the performance, security, and connectivity of their network to meet their business needs and stay competitive in the industry.</a:t>
            </a:r>
          </a:p>
          <a:p>
            <a:endParaRPr lang="en-US" dirty="0"/>
          </a:p>
        </p:txBody>
      </p:sp>
    </p:spTree>
    <p:extLst>
      <p:ext uri="{BB962C8B-B14F-4D97-AF65-F5344CB8AC3E}">
        <p14:creationId xmlns:p14="http://schemas.microsoft.com/office/powerpoint/2010/main" val="1501751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smtClean="0"/>
              <a:t>Devices</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All the requirements related to your system should be listed here.</a:t>
            </a:r>
          </a:p>
          <a:p>
            <a:pPr lvl="1"/>
            <a:r>
              <a:rPr lang="en-US" dirty="0"/>
              <a:t>Servers</a:t>
            </a:r>
          </a:p>
          <a:p>
            <a:pPr lvl="2"/>
            <a:r>
              <a:rPr lang="en-US" dirty="0"/>
              <a:t>Web Server </a:t>
            </a:r>
          </a:p>
          <a:p>
            <a:pPr lvl="2"/>
            <a:r>
              <a:rPr lang="en-US" dirty="0"/>
              <a:t>DHCP server</a:t>
            </a:r>
          </a:p>
          <a:p>
            <a:pPr lvl="2"/>
            <a:r>
              <a:rPr lang="en-US" dirty="0" smtClean="0"/>
              <a:t>FTP </a:t>
            </a:r>
            <a:r>
              <a:rPr lang="en-US" dirty="0"/>
              <a:t>Server</a:t>
            </a:r>
          </a:p>
          <a:p>
            <a:pPr lvl="2"/>
            <a:r>
              <a:rPr lang="en-US" dirty="0"/>
              <a:t>Data Server</a:t>
            </a:r>
          </a:p>
          <a:p>
            <a:pPr lvl="1"/>
            <a:r>
              <a:rPr lang="en-US" dirty="0"/>
              <a:t>PCs</a:t>
            </a:r>
          </a:p>
          <a:p>
            <a:pPr lvl="1"/>
            <a:r>
              <a:rPr lang="en-US" dirty="0"/>
              <a:t>Laptops</a:t>
            </a:r>
          </a:p>
          <a:p>
            <a:pPr lvl="1"/>
            <a:r>
              <a:rPr lang="en-US" dirty="0"/>
              <a:t>Connectivity by</a:t>
            </a:r>
          </a:p>
          <a:p>
            <a:pPr lvl="2"/>
            <a:r>
              <a:rPr lang="en-US" dirty="0"/>
              <a:t>Routers</a:t>
            </a:r>
          </a:p>
          <a:p>
            <a:pPr lvl="2"/>
            <a:r>
              <a:rPr lang="en-US" dirty="0"/>
              <a:t>Switches</a:t>
            </a:r>
          </a:p>
          <a:p>
            <a:endParaRPr lang="en-US" dirty="0"/>
          </a:p>
        </p:txBody>
      </p:sp>
    </p:spTree>
    <p:extLst>
      <p:ext uri="{BB962C8B-B14F-4D97-AF65-F5344CB8AC3E}">
        <p14:creationId xmlns:p14="http://schemas.microsoft.com/office/powerpoint/2010/main" val="3456893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Design</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The design of this industry computer network on Cisco Packet Tracer is as follows:</a:t>
            </a:r>
          </a:p>
          <a:p>
            <a:r>
              <a:rPr lang="en-US" dirty="0"/>
              <a:t> </a:t>
            </a:r>
          </a:p>
          <a:p>
            <a:r>
              <a:rPr lang="en-US" dirty="0"/>
              <a:t>We will be using Cisco routers and switches to connect the different departments: manufacturing, supply chain, IT and Human </a:t>
            </a:r>
            <a:r>
              <a:rPr lang="en-US" dirty="0" err="1"/>
              <a:t>Resources.We</a:t>
            </a:r>
            <a:r>
              <a:rPr lang="en-US" dirty="0"/>
              <a:t> will be implementing VLANs to separate the different departments and improve </a:t>
            </a:r>
            <a:r>
              <a:rPr lang="en-US" dirty="0" err="1"/>
              <a:t>security.Access</a:t>
            </a:r>
            <a:r>
              <a:rPr lang="en-US" dirty="0"/>
              <a:t> control will be put in place, such as user authentication, to allow only authorized users access to the </a:t>
            </a:r>
            <a:r>
              <a:rPr lang="en-US" dirty="0" err="1"/>
              <a:t>network.Quality</a:t>
            </a:r>
            <a:r>
              <a:rPr lang="en-US" dirty="0"/>
              <a:t> of Service (</a:t>
            </a:r>
            <a:r>
              <a:rPr lang="en-US" dirty="0" err="1"/>
              <a:t>QoS</a:t>
            </a:r>
            <a:r>
              <a:rPr lang="en-US" dirty="0"/>
              <a:t>) will be implemented to ensure that important network traffic is given priority over less important </a:t>
            </a:r>
            <a:r>
              <a:rPr lang="en-US" dirty="0" err="1"/>
              <a:t>traffic.Remote</a:t>
            </a:r>
            <a:r>
              <a:rPr lang="en-US" dirty="0"/>
              <a:t> access will be provided by using VPN, so employees can connect to the network from outside of the </a:t>
            </a:r>
            <a:r>
              <a:rPr lang="en-US" dirty="0" err="1"/>
              <a:t>office.Firewall</a:t>
            </a:r>
            <a:r>
              <a:rPr lang="en-US" dirty="0"/>
              <a:t> will be put in place to protect the network from external </a:t>
            </a:r>
            <a:r>
              <a:rPr lang="en-US" dirty="0" err="1"/>
              <a:t>threats.We</a:t>
            </a:r>
            <a:r>
              <a:rPr lang="en-US" dirty="0"/>
              <a:t> will be using Cisco Packet Tracer to simulate and test the network before it is deployed in a real-world setting.</a:t>
            </a:r>
          </a:p>
          <a:p>
            <a:endParaRPr lang="en-US" dirty="0"/>
          </a:p>
        </p:txBody>
      </p:sp>
    </p:spTree>
    <p:extLst>
      <p:ext uri="{BB962C8B-B14F-4D97-AF65-F5344CB8AC3E}">
        <p14:creationId xmlns:p14="http://schemas.microsoft.com/office/powerpoint/2010/main" val="858500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Implementations Detail</a:t>
            </a:r>
            <a:br>
              <a:rPr lang="en-US" dirty="0"/>
            </a:br>
            <a:r>
              <a:rPr lang="en-US" dirty="0"/>
              <a:t>Total Servers=5</a:t>
            </a:r>
            <a:br>
              <a:rPr lang="en-US" dirty="0"/>
            </a:br>
            <a:r>
              <a:rPr lang="en-US" dirty="0"/>
              <a:t>Total Routers=23</a:t>
            </a:r>
            <a:br>
              <a:rPr lang="en-US" dirty="0"/>
            </a:br>
            <a:r>
              <a:rPr lang="en-US" dirty="0"/>
              <a:t>Total Switches=17</a:t>
            </a:r>
            <a:br>
              <a:rPr lang="en-US" dirty="0"/>
            </a:br>
            <a:r>
              <a:rPr lang="en-US" dirty="0"/>
              <a:t>Total PCs and Laptops=40</a:t>
            </a:r>
            <a:br>
              <a:rPr lang="en-US" dirty="0"/>
            </a:br>
            <a:r>
              <a:rPr lang="en-US" dirty="0"/>
              <a:t>Departments=4</a:t>
            </a:r>
            <a:br>
              <a:rPr lang="en-US" dirty="0"/>
            </a:br>
            <a:endParaRPr lang="en-US" dirty="0"/>
          </a:p>
        </p:txBody>
      </p:sp>
    </p:spTree>
    <p:extLst>
      <p:ext uri="{BB962C8B-B14F-4D97-AF65-F5344CB8AC3E}">
        <p14:creationId xmlns:p14="http://schemas.microsoft.com/office/powerpoint/2010/main" val="20477961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11339" t="17993" r="34991" b="27984"/>
          <a:stretch/>
        </p:blipFill>
        <p:spPr>
          <a:xfrm>
            <a:off x="218941" y="115910"/>
            <a:ext cx="11424288" cy="6465194"/>
          </a:xfrm>
        </p:spPr>
      </p:pic>
    </p:spTree>
    <p:extLst>
      <p:ext uri="{BB962C8B-B14F-4D97-AF65-F5344CB8AC3E}">
        <p14:creationId xmlns:p14="http://schemas.microsoft.com/office/powerpoint/2010/main" val="346878230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67</TotalTime>
  <Words>327</Words>
  <Application>Microsoft Office PowerPoint</Application>
  <PresentationFormat>Widescreen</PresentationFormat>
  <Paragraphs>28</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Century Gothic</vt:lpstr>
      <vt:lpstr>Wingdings 3</vt:lpstr>
      <vt:lpstr>Ion</vt:lpstr>
      <vt:lpstr>Semester Project  INDUSTRIAL NETWORK </vt:lpstr>
      <vt:lpstr>Introduction </vt:lpstr>
      <vt:lpstr>Objective </vt:lpstr>
      <vt:lpstr>Problem Description</vt:lpstr>
      <vt:lpstr>Devices </vt:lpstr>
      <vt:lpstr>Design</vt:lpstr>
      <vt:lpstr>Implementations Detail Total Servers=5 Total Routers=23 Total Switches=17 Total PCs and Laptops=40 Departments=4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Semester Project  INDUSTRIAL NETWORK </dc:title>
  <dc:creator>Microsoft account</dc:creator>
  <cp:lastModifiedBy>Microsoft account</cp:lastModifiedBy>
  <cp:revision>5</cp:revision>
  <dcterms:created xsi:type="dcterms:W3CDTF">2023-01-20T10:23:42Z</dcterms:created>
  <dcterms:modified xsi:type="dcterms:W3CDTF">2023-01-20T12:20:34Z</dcterms:modified>
</cp:coreProperties>
</file>